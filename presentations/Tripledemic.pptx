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7"/>
    <p:restoredTop sz="94526"/>
  </p:normalViewPr>
  <p:slideViewPr>
    <p:cSldViewPr snapToGrid="0">
      <p:cViewPr>
        <p:scale>
          <a:sx n="108" d="100"/>
          <a:sy n="108" d="100"/>
        </p:scale>
        <p:origin x="66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6CF4-3F1A-A5F2-D1B0-5284B3DE6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4F68B-4AA7-14F1-FCA0-CAC405B62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4229A-1F1D-45A6-CA92-77317354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35CC5-FFF0-CD1A-1FD9-011AF68B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C7619-B75E-3053-6B89-DAA10FC0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9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F659-60DF-C0ED-3416-4A108783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7456-BAD9-F68F-FF47-81049CFF6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C361E-FB0B-9800-87A0-D14E034C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FC50A-D170-5BBB-10F1-FAF77B0D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44A6B-C8B0-E14A-E479-18436A21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CA49-41E8-FD5F-7FC8-6A55AE87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26C2-ED50-BA97-5137-5B44C2F10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F3BA5-0715-9CDE-5097-DD3E472F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FC767-4C59-F284-2A63-7270FB95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6155-C886-8F0E-7A63-143B8293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0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6453-A691-43E8-1338-9F524BD0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64F7-05BD-EB5A-C37C-0BF9FD12B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B0784-8D25-B112-A97A-8F785A6DB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2BB29-1601-1C75-2AD5-2B4DC011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1142C-FB6F-ABBA-708F-79A022A3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17B3A-097E-6902-2F7F-9AA5C375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4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A4BD-7DDD-D5CF-C907-62A08A91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04800-9FE0-3D87-766C-1B27F2ABF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6F5A2-A5CF-2DFF-A9FF-0F6B861BB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F6FDF-8998-DE8E-4466-CAB13E560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DA3EE-C136-E25D-E8BF-38F24542B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69AD2-0451-E228-C552-BFAEE335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27931-F2C4-1C00-F533-FA245A17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22C59-A0C8-8968-4405-078E12B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4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9F19-46D0-C6FC-5787-8B1BD570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AF58E-01F0-1001-D953-69605763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2049F-FA52-3D11-6EBD-A8D9BF2A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BF4AF-B7F0-4EA8-B71A-ECE57DD3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19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30CD6-B501-384C-35C1-EFEC8561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90AC7-9816-4263-BA70-98D554E5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140C5-A058-2261-B696-CE80F158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5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02E4-C36B-362F-05BD-BD53AC8F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B369F-027C-340A-B309-C51923CC4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B5852-F761-8611-9AEC-93CDDBE14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1AA7F-6F4C-AA08-0AB3-31BEB263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4F66D-AAB9-9196-7F94-2288F208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16CC3-42E6-A649-4100-B3A487E2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9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328F-621E-4BF2-2909-BCF82420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9F61B-7E04-99CE-A36E-D6CE68ECE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DA3CC-4EA7-D542-9752-0E5F28F43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B5BA2-15FF-B5BE-6E25-79BF43AE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54A2D-1901-1465-407E-C1960626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CF9B6-7C23-6313-404C-6D9BC945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2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BD37-AA9A-C4E6-EE06-57853D16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553E7-CC46-B6DB-C589-4A460A0E0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4D732-87EA-43AF-DCBB-BA5E0B6E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7F6FF-5E7B-B147-A965-A938EAECC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31F95-6795-DF4B-1D60-9375F2FD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7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0B02F-1C1A-8CEC-4803-E8ABC7D2C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FA8DF-69B9-CAFC-7810-375C95763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122D6-E7E9-0B41-4C1D-1F31CC58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1A5C7-759C-F06B-A0BE-D06DAE4E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22767-9745-9FF7-F61A-E43750EE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9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6E533F-7D69-ED6E-CD44-EA153B4E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6F746-48B7-2FE1-C7FB-DE21796DF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45AF-DB41-CAD8-44FD-9DBCF2B6A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B65CE-D3B9-AC49-A1A2-AAA4312C695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2A898-76B1-CE23-E632-EF4CAB667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9AD46-903D-37D5-B1E3-1D665F9BF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E41DA-BDB6-E642-911B-A405FF72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1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31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C04B-9CCF-5B40-C08C-058E56625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Tripledemic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90856-EAE2-0728-2E16-5D9FE3044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Alyssa Anastasi</a:t>
            </a:r>
          </a:p>
        </p:txBody>
      </p:sp>
    </p:spTree>
    <p:extLst>
      <p:ext uri="{BB962C8B-B14F-4D97-AF65-F5344CB8AC3E}">
        <p14:creationId xmlns:p14="http://schemas.microsoft.com/office/powerpoint/2010/main" val="231457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916B54-F1C5-9A44-DAF1-5B8495538B51}"/>
              </a:ext>
            </a:extLst>
          </p:cNvPr>
          <p:cNvSpPr/>
          <p:nvPr/>
        </p:nvSpPr>
        <p:spPr>
          <a:xfrm>
            <a:off x="136116" y="32042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A83BA7-79B9-6874-216F-68B2E1E817D6}"/>
              </a:ext>
            </a:extLst>
          </p:cNvPr>
          <p:cNvSpPr/>
          <p:nvPr/>
        </p:nvSpPr>
        <p:spPr>
          <a:xfrm>
            <a:off x="2391739" y="64362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EC004-7ECD-A713-A4D8-4FA5B630D7B7}"/>
              </a:ext>
            </a:extLst>
          </p:cNvPr>
          <p:cNvSpPr/>
          <p:nvPr/>
        </p:nvSpPr>
        <p:spPr>
          <a:xfrm>
            <a:off x="2391739" y="167391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90C8E9-EB1F-B43D-88D4-72017A6D3CAD}"/>
              </a:ext>
            </a:extLst>
          </p:cNvPr>
          <p:cNvSpPr/>
          <p:nvPr/>
        </p:nvSpPr>
        <p:spPr>
          <a:xfrm>
            <a:off x="2391739" y="270420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E5E09-88FA-A776-2E40-B33FE40FB23F}"/>
              </a:ext>
            </a:extLst>
          </p:cNvPr>
          <p:cNvSpPr/>
          <p:nvPr/>
        </p:nvSpPr>
        <p:spPr>
          <a:xfrm>
            <a:off x="2391739" y="37344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061FC-D324-6DE8-3853-EAA4256471DE}"/>
              </a:ext>
            </a:extLst>
          </p:cNvPr>
          <p:cNvSpPr/>
          <p:nvPr/>
        </p:nvSpPr>
        <p:spPr>
          <a:xfrm>
            <a:off x="2391739" y="47647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2FE38-1282-9EB3-E26D-AF180CA54FE0}"/>
              </a:ext>
            </a:extLst>
          </p:cNvPr>
          <p:cNvSpPr/>
          <p:nvPr/>
        </p:nvSpPr>
        <p:spPr>
          <a:xfrm>
            <a:off x="2391739" y="57950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F2437-F8AB-014E-7D03-3AFBB447A796}"/>
              </a:ext>
            </a:extLst>
          </p:cNvPr>
          <p:cNvSpPr/>
          <p:nvPr/>
        </p:nvSpPr>
        <p:spPr>
          <a:xfrm>
            <a:off x="3854124" y="64362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0BD1E-EC15-27DB-4D08-90B38161D3A0}"/>
              </a:ext>
            </a:extLst>
          </p:cNvPr>
          <p:cNvSpPr/>
          <p:nvPr/>
        </p:nvSpPr>
        <p:spPr>
          <a:xfrm>
            <a:off x="3854124" y="167391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BF75B-6146-ED66-7B38-BCE76BE437DD}"/>
              </a:ext>
            </a:extLst>
          </p:cNvPr>
          <p:cNvSpPr/>
          <p:nvPr/>
        </p:nvSpPr>
        <p:spPr>
          <a:xfrm>
            <a:off x="3854124" y="270420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158B9-0F9D-C503-194C-71152CB0B8F3}"/>
              </a:ext>
            </a:extLst>
          </p:cNvPr>
          <p:cNvSpPr/>
          <p:nvPr/>
        </p:nvSpPr>
        <p:spPr>
          <a:xfrm>
            <a:off x="3854124" y="37344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02003-65B4-28A2-EBA4-8F139EC008AB}"/>
              </a:ext>
            </a:extLst>
          </p:cNvPr>
          <p:cNvSpPr/>
          <p:nvPr/>
        </p:nvSpPr>
        <p:spPr>
          <a:xfrm>
            <a:off x="3854124" y="47647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894186-2E36-005E-A3D1-A49E4DBB0CFC}"/>
              </a:ext>
            </a:extLst>
          </p:cNvPr>
          <p:cNvSpPr/>
          <p:nvPr/>
        </p:nvSpPr>
        <p:spPr>
          <a:xfrm>
            <a:off x="3854124" y="57950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CFE46D-6AE5-01AA-B859-C6DCE1DB0D38}"/>
              </a:ext>
            </a:extLst>
          </p:cNvPr>
          <p:cNvSpPr/>
          <p:nvPr/>
        </p:nvSpPr>
        <p:spPr>
          <a:xfrm>
            <a:off x="6003707" y="37063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AAF4F2-C270-BC1A-E1B3-61BFF00D05FD}"/>
              </a:ext>
            </a:extLst>
          </p:cNvPr>
          <p:cNvSpPr/>
          <p:nvPr/>
        </p:nvSpPr>
        <p:spPr>
          <a:xfrm>
            <a:off x="6003707" y="198158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E4FAC6-E559-D14D-764B-B23A024447BD}"/>
              </a:ext>
            </a:extLst>
          </p:cNvPr>
          <p:cNvSpPr/>
          <p:nvPr/>
        </p:nvSpPr>
        <p:spPr>
          <a:xfrm>
            <a:off x="6003707" y="253515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0B0EDE-20B7-9439-8BD8-735F62E702C7}"/>
              </a:ext>
            </a:extLst>
          </p:cNvPr>
          <p:cNvSpPr/>
          <p:nvPr/>
        </p:nvSpPr>
        <p:spPr>
          <a:xfrm>
            <a:off x="5952879" y="398648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AC6C5D-DFFA-3467-98E3-97FACD6F3228}"/>
              </a:ext>
            </a:extLst>
          </p:cNvPr>
          <p:cNvSpPr/>
          <p:nvPr/>
        </p:nvSpPr>
        <p:spPr>
          <a:xfrm>
            <a:off x="5952879" y="454005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39ACFF-0FF8-1E6F-848E-958C4FDE2881}"/>
              </a:ext>
            </a:extLst>
          </p:cNvPr>
          <p:cNvSpPr/>
          <p:nvPr/>
        </p:nvSpPr>
        <p:spPr>
          <a:xfrm>
            <a:off x="6003707" y="609419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8E8909-DE01-7B61-A95C-E9F06AEE5B6C}"/>
              </a:ext>
            </a:extLst>
          </p:cNvPr>
          <p:cNvSpPr/>
          <p:nvPr/>
        </p:nvSpPr>
        <p:spPr>
          <a:xfrm>
            <a:off x="8316496" y="35647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69EAA4-96E0-384D-D6A8-32117051F346}"/>
              </a:ext>
            </a:extLst>
          </p:cNvPr>
          <p:cNvSpPr/>
          <p:nvPr/>
        </p:nvSpPr>
        <p:spPr>
          <a:xfrm>
            <a:off x="8310820" y="197056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4D2947-CD23-79F7-C8D4-0F1F430E7263}"/>
              </a:ext>
            </a:extLst>
          </p:cNvPr>
          <p:cNvSpPr/>
          <p:nvPr/>
        </p:nvSpPr>
        <p:spPr>
          <a:xfrm>
            <a:off x="8322266" y="257101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F58A2F-9313-15D6-4254-8E6267E5C0E9}"/>
              </a:ext>
            </a:extLst>
          </p:cNvPr>
          <p:cNvSpPr/>
          <p:nvPr/>
        </p:nvSpPr>
        <p:spPr>
          <a:xfrm>
            <a:off x="8322266" y="4007183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F57F0D-2157-79C5-814D-4737638D721F}"/>
              </a:ext>
            </a:extLst>
          </p:cNvPr>
          <p:cNvSpPr/>
          <p:nvPr/>
        </p:nvSpPr>
        <p:spPr>
          <a:xfrm>
            <a:off x="8322265" y="456289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952713-3F2F-9CCF-18E2-31B83F3E9D24}"/>
              </a:ext>
            </a:extLst>
          </p:cNvPr>
          <p:cNvSpPr/>
          <p:nvPr/>
        </p:nvSpPr>
        <p:spPr>
          <a:xfrm>
            <a:off x="8322265" y="610932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F176BE-B734-510B-888F-521EAB1D83F5}"/>
              </a:ext>
            </a:extLst>
          </p:cNvPr>
          <p:cNvSpPr/>
          <p:nvPr/>
        </p:nvSpPr>
        <p:spPr>
          <a:xfrm>
            <a:off x="10023932" y="137363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0E8EB2-DCEF-D919-82FA-05CFC771FD16}"/>
              </a:ext>
            </a:extLst>
          </p:cNvPr>
          <p:cNvSpPr/>
          <p:nvPr/>
        </p:nvSpPr>
        <p:spPr>
          <a:xfrm>
            <a:off x="10023932" y="334641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26C125-3135-A526-CF15-4EFFD27B93A3}"/>
              </a:ext>
            </a:extLst>
          </p:cNvPr>
          <p:cNvSpPr/>
          <p:nvPr/>
        </p:nvSpPr>
        <p:spPr>
          <a:xfrm>
            <a:off x="10023932" y="541017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730E6086-8066-EDF3-D088-E0ABC2CC2EA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40550" y="868350"/>
            <a:ext cx="1651189" cy="2560650"/>
          </a:xfrm>
          <a:prstGeom prst="bentConnector3">
            <a:avLst>
              <a:gd name="adj1" fmla="val 9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11D910D-9C32-C2F7-184E-2C7E939E7F8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740550" y="1898640"/>
            <a:ext cx="1651189" cy="1530360"/>
          </a:xfrm>
          <a:prstGeom prst="bentConnector3">
            <a:avLst>
              <a:gd name="adj1" fmla="val 887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D89A77D-EC4C-B3BF-817A-7E338EC6274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740550" y="2928930"/>
            <a:ext cx="1651189" cy="50007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2BE12F64-E067-9597-252C-E96712DE49FB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740550" y="3429000"/>
            <a:ext cx="1651189" cy="53022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2C57C32-54FA-79A1-DEDB-FFF8A6F4EEA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740550" y="3429000"/>
            <a:ext cx="1651189" cy="156051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F393F1B-8757-82A8-C0E0-29181CF54495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740550" y="3429000"/>
            <a:ext cx="1651189" cy="2590800"/>
          </a:xfrm>
          <a:prstGeom prst="bentConnector3">
            <a:avLst>
              <a:gd name="adj1" fmla="val 9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F8D8988-1DE3-CBB3-D689-0125C31F3376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996173" y="86835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60FC0D0-49A9-F336-07A2-6C12CB278712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996173" y="189864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B4EADBA-7858-0FC4-D74D-6BA533C07564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996173" y="292893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92ED65F-5C71-1835-2EF2-363C6F31B5DC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2996173" y="395922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3418E48-B93D-5AB6-D070-6F48E1D3D8ED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996173" y="498951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62FFF4F-1560-E25C-2F16-E6A3E7A93D90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996173" y="601980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13C44F3-8E38-7A9E-B5E0-ED0EC9AA9C08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4458558" y="595362"/>
            <a:ext cx="1545149" cy="27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3775602-C602-356D-B18A-3B40581B2BE2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4458558" y="1898640"/>
            <a:ext cx="1545149" cy="30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0FDB92D-D520-AEDE-4FC3-FE3A37901DBB}"/>
                  </a:ext>
                </a:extLst>
              </p:cNvPr>
              <p:cNvSpPr txBox="1"/>
              <p:nvPr/>
            </p:nvSpPr>
            <p:spPr>
              <a:xfrm>
                <a:off x="3143003" y="561200"/>
                <a:ext cx="35203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br>
                  <a:rPr lang="en-US" b="0" dirty="0"/>
                </a:b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0FDB92D-D520-AEDE-4FC3-FE3A3790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003" y="561200"/>
                <a:ext cx="352038" cy="553998"/>
              </a:xfrm>
              <a:prstGeom prst="rect">
                <a:avLst/>
              </a:prstGeom>
              <a:blipFill>
                <a:blip r:embed="rId2"/>
                <a:stretch>
                  <a:fillRect l="-17241" r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6667CD2-43B9-36A4-CC04-9366BCD0B531}"/>
                  </a:ext>
                </a:extLst>
              </p:cNvPr>
              <p:cNvSpPr txBox="1"/>
              <p:nvPr/>
            </p:nvSpPr>
            <p:spPr>
              <a:xfrm>
                <a:off x="3136934" y="571265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6667CD2-43B9-36A4-CC04-9366BCD0B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34" y="5712651"/>
                <a:ext cx="352038" cy="830997"/>
              </a:xfrm>
              <a:prstGeom prst="rect">
                <a:avLst/>
              </a:prstGeom>
              <a:blipFill>
                <a:blip r:embed="rId3"/>
                <a:stretch>
                  <a:fillRect l="-17857"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A18FF02-5587-043D-0C33-E9169EF86DCA}"/>
                  </a:ext>
                </a:extLst>
              </p:cNvPr>
              <p:cNvSpPr txBox="1"/>
              <p:nvPr/>
            </p:nvSpPr>
            <p:spPr>
              <a:xfrm>
                <a:off x="3136934" y="1600037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A18FF02-5587-043D-0C33-E9169EF86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34" y="1600037"/>
                <a:ext cx="352038" cy="830997"/>
              </a:xfrm>
              <a:prstGeom prst="rect">
                <a:avLst/>
              </a:prstGeom>
              <a:blipFill>
                <a:blip r:embed="rId4"/>
                <a:stretch>
                  <a:fillRect l="-17857"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BF6580-52BA-8907-1951-1D2CA3D5E523}"/>
                  </a:ext>
                </a:extLst>
              </p:cNvPr>
              <p:cNvSpPr txBox="1"/>
              <p:nvPr/>
            </p:nvSpPr>
            <p:spPr>
              <a:xfrm>
                <a:off x="3146287" y="2642205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BF6580-52BA-8907-1951-1D2CA3D5E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87" y="2642205"/>
                <a:ext cx="352038" cy="830997"/>
              </a:xfrm>
              <a:prstGeom prst="rect">
                <a:avLst/>
              </a:prstGeom>
              <a:blipFill>
                <a:blip r:embed="rId5"/>
                <a:stretch>
                  <a:fillRect l="-17241" r="-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101780E-DCE2-8026-73AF-36ABCC543F1B}"/>
                  </a:ext>
                </a:extLst>
              </p:cNvPr>
              <p:cNvSpPr txBox="1"/>
              <p:nvPr/>
            </p:nvSpPr>
            <p:spPr>
              <a:xfrm>
                <a:off x="3154048" y="365207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101780E-DCE2-8026-73AF-36ABCC543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048" y="3652071"/>
                <a:ext cx="352038" cy="830997"/>
              </a:xfrm>
              <a:prstGeom prst="rect">
                <a:avLst/>
              </a:prstGeom>
              <a:blipFill>
                <a:blip r:embed="rId6"/>
                <a:stretch>
                  <a:fillRect l="-17857" r="-3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495A201-3F60-F367-F41F-C087F691079C}"/>
                  </a:ext>
                </a:extLst>
              </p:cNvPr>
              <p:cNvSpPr txBox="1"/>
              <p:nvPr/>
            </p:nvSpPr>
            <p:spPr>
              <a:xfrm>
                <a:off x="3146287" y="468236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495A201-3F60-F367-F41F-C087F691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87" y="4682361"/>
                <a:ext cx="352038" cy="830997"/>
              </a:xfrm>
              <a:prstGeom prst="rect">
                <a:avLst/>
              </a:prstGeom>
              <a:blipFill>
                <a:blip r:embed="rId7"/>
                <a:stretch>
                  <a:fillRect l="-17241" r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81180855-B4C8-84C3-D9DD-88B53E4BD3B8}"/>
                  </a:ext>
                </a:extLst>
              </p:cNvPr>
              <p:cNvSpPr txBox="1"/>
              <p:nvPr/>
            </p:nvSpPr>
            <p:spPr>
              <a:xfrm>
                <a:off x="872788" y="561200"/>
                <a:ext cx="1498039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81180855-B4C8-84C3-D9DD-88B53E4BD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88" y="561200"/>
                <a:ext cx="1498039" cy="1261884"/>
              </a:xfrm>
              <a:prstGeom prst="rect">
                <a:avLst/>
              </a:prstGeom>
              <a:blipFill>
                <a:blip r:embed="rId8"/>
                <a:stretch>
                  <a:fillRect l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AB9C510-8BB4-D7A6-08E2-7295CA8689C6}"/>
                  </a:ext>
                </a:extLst>
              </p:cNvPr>
              <p:cNvSpPr txBox="1"/>
              <p:nvPr/>
            </p:nvSpPr>
            <p:spPr>
              <a:xfrm>
                <a:off x="1035044" y="1629268"/>
                <a:ext cx="1334789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AB9C510-8BB4-D7A6-08E2-7295CA868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44" y="1629268"/>
                <a:ext cx="1334789" cy="1261884"/>
              </a:xfrm>
              <a:prstGeom prst="rect">
                <a:avLst/>
              </a:prstGeom>
              <a:blipFill>
                <a:blip r:embed="rId9"/>
                <a:stretch>
                  <a:fillRect l="-2830" t="-1000"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8215345-A916-1605-EB94-59D6016EE0EE}"/>
                  </a:ext>
                </a:extLst>
              </p:cNvPr>
              <p:cNvSpPr txBox="1"/>
              <p:nvPr/>
            </p:nvSpPr>
            <p:spPr>
              <a:xfrm>
                <a:off x="908297" y="2650719"/>
                <a:ext cx="1483442" cy="12618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8215345-A916-1605-EB94-59D6016EE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97" y="2650719"/>
                <a:ext cx="1483442" cy="1261884"/>
              </a:xfrm>
              <a:prstGeom prst="rect">
                <a:avLst/>
              </a:prstGeom>
              <a:blipFill>
                <a:blip r:embed="rId10"/>
                <a:stretch>
                  <a:fillRect l="-3390" r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CBB74AB-5D30-8259-94E3-7F6C1E091DB9}"/>
                  </a:ext>
                </a:extLst>
              </p:cNvPr>
              <p:cNvSpPr txBox="1"/>
              <p:nvPr/>
            </p:nvSpPr>
            <p:spPr>
              <a:xfrm>
                <a:off x="893700" y="3704345"/>
                <a:ext cx="1401346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CBB74AB-5D30-8259-94E3-7F6C1E091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00" y="3704345"/>
                <a:ext cx="1401346" cy="1261884"/>
              </a:xfrm>
              <a:prstGeom prst="rect">
                <a:avLst/>
              </a:prstGeom>
              <a:blipFill>
                <a:blip r:embed="rId11"/>
                <a:stretch>
                  <a:fillRect r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9247FDC-E926-DEAC-C87E-117657756A22}"/>
                  </a:ext>
                </a:extLst>
              </p:cNvPr>
              <p:cNvSpPr txBox="1"/>
              <p:nvPr/>
            </p:nvSpPr>
            <p:spPr>
              <a:xfrm>
                <a:off x="919733" y="4725544"/>
                <a:ext cx="1472006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FLU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9247FDC-E926-DEAC-C87E-117657756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33" y="4725544"/>
                <a:ext cx="1472006" cy="1261884"/>
              </a:xfrm>
              <a:prstGeom prst="rect">
                <a:avLst/>
              </a:prstGeom>
              <a:blipFill>
                <a:blip r:embed="rId12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2AE7A3F-B8EA-B6EC-D685-72E873AF74FE}"/>
                  </a:ext>
                </a:extLst>
              </p:cNvPr>
              <p:cNvSpPr txBox="1"/>
              <p:nvPr/>
            </p:nvSpPr>
            <p:spPr>
              <a:xfrm>
                <a:off x="947272" y="5750429"/>
                <a:ext cx="1322478" cy="769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FLU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2AE7A3F-B8EA-B6EC-D685-72E873AF7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72" y="5750429"/>
                <a:ext cx="1322478" cy="769441"/>
              </a:xfrm>
              <a:prstGeom prst="rect">
                <a:avLst/>
              </a:prstGeom>
              <a:blipFill>
                <a:blip r:embed="rId13"/>
                <a:stretch>
                  <a:fillRect l="-2857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E0FC214-DB13-3BB2-769A-729F9D9970BB}"/>
                  </a:ext>
                </a:extLst>
              </p:cNvPr>
              <p:cNvSpPr txBox="1"/>
              <p:nvPr/>
            </p:nvSpPr>
            <p:spPr>
              <a:xfrm rot="21001621">
                <a:off x="4538832" y="481409"/>
                <a:ext cx="13884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E0FC214-DB13-3BB2-769A-729F9D997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38832" y="481409"/>
                <a:ext cx="1388457" cy="184666"/>
              </a:xfrm>
              <a:prstGeom prst="rect">
                <a:avLst/>
              </a:prstGeom>
              <a:blipFill>
                <a:blip r:embed="rId14"/>
                <a:stretch>
                  <a:fillRect l="-1786" r="-893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AE33C80A-CBE4-F710-4F9C-4677CDE9A427}"/>
                  </a:ext>
                </a:extLst>
              </p:cNvPr>
              <p:cNvSpPr txBox="1"/>
              <p:nvPr/>
            </p:nvSpPr>
            <p:spPr>
              <a:xfrm rot="444678">
                <a:off x="4558286" y="2071637"/>
                <a:ext cx="118846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AE33C80A-CBE4-F710-4F9C-4677CDE9A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558286" y="2071637"/>
                <a:ext cx="1188467" cy="184666"/>
              </a:xfrm>
              <a:prstGeom prst="rect">
                <a:avLst/>
              </a:prstGeom>
              <a:blipFill>
                <a:blip r:embed="rId15"/>
                <a:stretch>
                  <a:fillRect l="-312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8F363D-A248-6693-A0D3-592849C28D5C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4458558" y="868350"/>
            <a:ext cx="5565374" cy="730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4D607E0-4CA4-84CF-102A-7AD5CC4A99C1}"/>
                  </a:ext>
                </a:extLst>
              </p:cNvPr>
              <p:cNvSpPr txBox="1"/>
              <p:nvPr/>
            </p:nvSpPr>
            <p:spPr>
              <a:xfrm rot="321211">
                <a:off x="4584816" y="1047450"/>
                <a:ext cx="16737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4D607E0-4CA4-84CF-102A-7AD5CC4A9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4816" y="1047450"/>
                <a:ext cx="1673792" cy="184666"/>
              </a:xfrm>
              <a:prstGeom prst="rect">
                <a:avLst/>
              </a:prstGeom>
              <a:blipFill>
                <a:blip r:embed="rId16"/>
                <a:stretch>
                  <a:fillRect l="-2985" t="-3571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D221986-C489-6CD4-1D2F-9728182AF0E5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608141" y="581199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0AB331-0865-BF68-EEE5-51CF0970644C}"/>
                  </a:ext>
                </a:extLst>
              </p:cNvPr>
              <p:cNvSpPr txBox="1"/>
              <p:nvPr/>
            </p:nvSpPr>
            <p:spPr>
              <a:xfrm>
                <a:off x="6656893" y="325097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0AB331-0865-BF68-EEE5-51CF09706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893" y="325097"/>
                <a:ext cx="1553183" cy="184666"/>
              </a:xfrm>
              <a:prstGeom prst="rect">
                <a:avLst/>
              </a:prstGeom>
              <a:blipFill>
                <a:blip r:embed="rId1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2222BA3-577A-7731-1D4E-F2D1DA4EB0BA}"/>
              </a:ext>
            </a:extLst>
          </p:cNvPr>
          <p:cNvCxnSpPr>
            <a:cxnSpLocks/>
            <a:stCxn id="12" idx="3"/>
            <a:endCxn id="30" idx="1"/>
          </p:cNvCxnSpPr>
          <p:nvPr/>
        </p:nvCxnSpPr>
        <p:spPr>
          <a:xfrm flipV="1">
            <a:off x="4458558" y="1598359"/>
            <a:ext cx="5565374" cy="30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3F09982-48FB-775E-7C6D-FF1C84797EAE}"/>
                  </a:ext>
                </a:extLst>
              </p:cNvPr>
              <p:cNvSpPr txBox="1"/>
              <p:nvPr/>
            </p:nvSpPr>
            <p:spPr>
              <a:xfrm rot="21369235">
                <a:off x="4634724" y="1564139"/>
                <a:ext cx="147380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3F09982-48FB-775E-7C6D-FF1C84797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34724" y="1564139"/>
                <a:ext cx="1473800" cy="184666"/>
              </a:xfrm>
              <a:prstGeom prst="rect">
                <a:avLst/>
              </a:prstGeom>
              <a:blipFill>
                <a:blip r:embed="rId18"/>
                <a:stretch>
                  <a:fillRect l="-3390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41DEC8F-72E0-EA41-1BD0-13E1A90EB4E3}"/>
              </a:ext>
            </a:extLst>
          </p:cNvPr>
          <p:cNvCxnSpPr>
            <a:cxnSpLocks/>
          </p:cNvCxnSpPr>
          <p:nvPr/>
        </p:nvCxnSpPr>
        <p:spPr>
          <a:xfrm flipV="1">
            <a:off x="6601072" y="2193803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EEEC44F-49F3-012F-7825-9E351AFB7795}"/>
                  </a:ext>
                </a:extLst>
              </p:cNvPr>
              <p:cNvSpPr txBox="1"/>
              <p:nvPr/>
            </p:nvSpPr>
            <p:spPr>
              <a:xfrm>
                <a:off x="6649824" y="1937701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EEEC44F-49F3-012F-7825-9E351AFB7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24" y="1937701"/>
                <a:ext cx="1553183" cy="184666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192C88-5C13-8E7E-7B58-E659EF798EB9}"/>
                  </a:ext>
                </a:extLst>
              </p:cNvPr>
              <p:cNvSpPr txBox="1"/>
              <p:nvPr/>
            </p:nvSpPr>
            <p:spPr>
              <a:xfrm rot="21001621">
                <a:off x="4519742" y="2607727"/>
                <a:ext cx="14076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192C88-5C13-8E7E-7B58-E659EF798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19742" y="2607727"/>
                <a:ext cx="1407693" cy="184666"/>
              </a:xfrm>
              <a:prstGeom prst="rect">
                <a:avLst/>
              </a:prstGeom>
              <a:blipFill>
                <a:blip r:embed="rId20"/>
                <a:stretch>
                  <a:fillRect l="-1770" r="-885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A927408-2CFC-2AF1-C672-D32D06F3B67A}"/>
                  </a:ext>
                </a:extLst>
              </p:cNvPr>
              <p:cNvSpPr txBox="1"/>
              <p:nvPr/>
            </p:nvSpPr>
            <p:spPr>
              <a:xfrm rot="444678">
                <a:off x="4574639" y="4166677"/>
                <a:ext cx="12077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A927408-2CFC-2AF1-C672-D32D06F3B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574639" y="4166677"/>
                <a:ext cx="1207702" cy="184666"/>
              </a:xfrm>
              <a:prstGeom prst="rect">
                <a:avLst/>
              </a:prstGeom>
              <a:blipFill>
                <a:blip r:embed="rId21"/>
                <a:stretch>
                  <a:fillRect l="-204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F63ED1-5E82-3E47-28A3-B87E999EF0D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458558" y="2928930"/>
            <a:ext cx="5565374" cy="6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9E54F27-0FF4-395F-704D-5F8554B53208}"/>
                  </a:ext>
                </a:extLst>
              </p:cNvPr>
              <p:cNvSpPr txBox="1"/>
              <p:nvPr/>
            </p:nvSpPr>
            <p:spPr>
              <a:xfrm rot="321211">
                <a:off x="4584824" y="3097257"/>
                <a:ext cx="16930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9E54F27-0FF4-395F-704D-5F8554B53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4824" y="3097257"/>
                <a:ext cx="1693028" cy="184666"/>
              </a:xfrm>
              <a:prstGeom prst="rect">
                <a:avLst/>
              </a:prstGeom>
              <a:blipFill>
                <a:blip r:embed="rId22"/>
                <a:stretch>
                  <a:fillRect l="-2963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A276570-19C2-7A51-443D-7DC34ED65EC3}"/>
                  </a:ext>
                </a:extLst>
              </p:cNvPr>
              <p:cNvSpPr txBox="1"/>
              <p:nvPr/>
            </p:nvSpPr>
            <p:spPr>
              <a:xfrm>
                <a:off x="6639981" y="2505592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A276570-19C2-7A51-443D-7DC34ED6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1" y="2505592"/>
                <a:ext cx="1553183" cy="184666"/>
              </a:xfrm>
              <a:prstGeom prst="rect">
                <a:avLst/>
              </a:prstGeom>
              <a:blipFill>
                <a:blip r:embed="rId2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2B08E64-4A6D-587B-0646-BB803F09D275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458558" y="3591314"/>
            <a:ext cx="5565374" cy="367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D0B3BB3-DF7F-FA2E-4335-3F6005B711BE}"/>
                  </a:ext>
                </a:extLst>
              </p:cNvPr>
              <p:cNvSpPr txBox="1"/>
              <p:nvPr/>
            </p:nvSpPr>
            <p:spPr>
              <a:xfrm rot="21369235">
                <a:off x="4635347" y="3633356"/>
                <a:ext cx="149303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D0B3BB3-DF7F-FA2E-4335-3F6005B71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35347" y="3633356"/>
                <a:ext cx="1493037" cy="184666"/>
              </a:xfrm>
              <a:prstGeom prst="rect">
                <a:avLst/>
              </a:prstGeom>
              <a:blipFill>
                <a:blip r:embed="rId24"/>
                <a:stretch>
                  <a:fillRect l="-3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8A737C7-9932-8156-66A5-0ED5D946D28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557313" y="4186758"/>
            <a:ext cx="1752114" cy="24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D6A853A-606D-2772-5C5A-27E7EE2C2C62}"/>
                  </a:ext>
                </a:extLst>
              </p:cNvPr>
              <p:cNvSpPr txBox="1"/>
              <p:nvPr/>
            </p:nvSpPr>
            <p:spPr>
              <a:xfrm>
                <a:off x="6649824" y="3930656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D6A853A-606D-2772-5C5A-27E7EE2C2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24" y="3930656"/>
                <a:ext cx="1553183" cy="184666"/>
              </a:xfrm>
              <a:prstGeom prst="rect">
                <a:avLst/>
              </a:prstGeom>
              <a:blipFill>
                <a:blip r:embed="rId2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B99072B-BF24-6F49-6FC9-9F9C76882721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4458558" y="2759884"/>
            <a:ext cx="1545149" cy="169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78E2DC3-7632-3C04-7854-541F728B21F5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6608141" y="2759884"/>
            <a:ext cx="1714125" cy="35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CE4530E-A801-065D-7664-BC4B4AE2A69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458558" y="3959220"/>
            <a:ext cx="1494321" cy="263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4F7BFE5-99F3-2D33-220D-C8AB22A70A3A}"/>
                  </a:ext>
                </a:extLst>
              </p:cNvPr>
              <p:cNvSpPr txBox="1"/>
              <p:nvPr/>
            </p:nvSpPr>
            <p:spPr>
              <a:xfrm rot="21001621">
                <a:off x="4516599" y="4678739"/>
                <a:ext cx="13942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4F7BFE5-99F3-2D33-220D-C8AB22A70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16599" y="4678739"/>
                <a:ext cx="1394292" cy="184666"/>
              </a:xfrm>
              <a:prstGeom prst="rect">
                <a:avLst/>
              </a:prstGeom>
              <a:blipFill>
                <a:blip r:embed="rId26"/>
                <a:stretch>
                  <a:fillRect l="-2679" r="-893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01068E5-FA21-8A46-E6F3-D5442B703FAE}"/>
                  </a:ext>
                </a:extLst>
              </p:cNvPr>
              <p:cNvSpPr txBox="1"/>
              <p:nvPr/>
            </p:nvSpPr>
            <p:spPr>
              <a:xfrm rot="444678">
                <a:off x="4616884" y="6212269"/>
                <a:ext cx="11937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01068E5-FA21-8A46-E6F3-D5442B703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616884" y="6212269"/>
                <a:ext cx="1193725" cy="184666"/>
              </a:xfrm>
              <a:prstGeom prst="rect">
                <a:avLst/>
              </a:prstGeom>
              <a:blipFill>
                <a:blip r:embed="rId27"/>
                <a:stretch>
                  <a:fillRect l="-206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56BBBF5-31E7-36CD-C4DA-DF23841FAB73}"/>
              </a:ext>
            </a:extLst>
          </p:cNvPr>
          <p:cNvCxnSpPr>
            <a:cxnSpLocks/>
          </p:cNvCxnSpPr>
          <p:nvPr/>
        </p:nvCxnSpPr>
        <p:spPr>
          <a:xfrm>
            <a:off x="4448715" y="4999942"/>
            <a:ext cx="5565374" cy="6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57BC74C-020D-505F-C698-1ED65E82CEEB}"/>
                  </a:ext>
                </a:extLst>
              </p:cNvPr>
              <p:cNvSpPr txBox="1"/>
              <p:nvPr/>
            </p:nvSpPr>
            <p:spPr>
              <a:xfrm rot="321211">
                <a:off x="4581682" y="5168269"/>
                <a:ext cx="16796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57BC74C-020D-505F-C698-1ED65E82C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1682" y="5168269"/>
                <a:ext cx="1679627" cy="184666"/>
              </a:xfrm>
              <a:prstGeom prst="rect">
                <a:avLst/>
              </a:prstGeom>
              <a:blipFill>
                <a:blip r:embed="rId28"/>
                <a:stretch>
                  <a:fillRect l="-2985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95E856A-1C2B-11F3-C5A0-F8E54235C106}"/>
                  </a:ext>
                </a:extLst>
              </p:cNvPr>
              <p:cNvSpPr txBox="1"/>
              <p:nvPr/>
            </p:nvSpPr>
            <p:spPr>
              <a:xfrm>
                <a:off x="6639980" y="4539734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95E856A-1C2B-11F3-C5A0-F8E54235C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0" y="4539734"/>
                <a:ext cx="1553183" cy="184666"/>
              </a:xfrm>
              <a:prstGeom prst="rect">
                <a:avLst/>
              </a:prstGeom>
              <a:blipFill>
                <a:blip r:embed="rId2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A3D0CFA-A627-46EF-9F91-AFBE5E6AA88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458558" y="5662326"/>
            <a:ext cx="5555531" cy="357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A4B886-576F-8081-7155-4D76B66AA4CC}"/>
                  </a:ext>
                </a:extLst>
              </p:cNvPr>
              <p:cNvSpPr txBox="1"/>
              <p:nvPr/>
            </p:nvSpPr>
            <p:spPr>
              <a:xfrm rot="21369235">
                <a:off x="4682184" y="5717266"/>
                <a:ext cx="14790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A4B886-576F-8081-7155-4D76B66AA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82184" y="5717266"/>
                <a:ext cx="1479059" cy="184666"/>
              </a:xfrm>
              <a:prstGeom prst="rect">
                <a:avLst/>
              </a:prstGeom>
              <a:blipFill>
                <a:blip r:embed="rId30"/>
                <a:stretch>
                  <a:fillRect l="-3390" r="-8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D3D7A90-6C76-9417-326C-A16E834846C6}"/>
                  </a:ext>
                </a:extLst>
              </p:cNvPr>
              <p:cNvSpPr txBox="1"/>
              <p:nvPr/>
            </p:nvSpPr>
            <p:spPr>
              <a:xfrm>
                <a:off x="6639980" y="6076391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D3D7A90-6C76-9417-326C-A16E83484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0" y="6076391"/>
                <a:ext cx="1553183" cy="184666"/>
              </a:xfrm>
              <a:prstGeom prst="rect">
                <a:avLst/>
              </a:prstGeom>
              <a:blipFill>
                <a:blip r:embed="rId3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BEC3F90-C860-DBED-1ED3-B99041B06EC9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4448715" y="4764784"/>
            <a:ext cx="1504164" cy="235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48475BE-3CEF-371B-3357-4DBF07F60324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6557313" y="4764784"/>
            <a:ext cx="1764952" cy="22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EBB599D-161F-013B-CF8C-FE9F8C45E8DC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4458558" y="6019800"/>
            <a:ext cx="1545149" cy="299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5CD1E3C-40D2-C850-617A-01A96BD6B178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6608141" y="6318923"/>
            <a:ext cx="1714124" cy="15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96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511A-7DB5-2853-0BFB-58D82071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880E3A-9728-C9E2-4629-63DF346232AE}"/>
              </a:ext>
            </a:extLst>
          </p:cNvPr>
          <p:cNvSpPr/>
          <p:nvPr/>
        </p:nvSpPr>
        <p:spPr>
          <a:xfrm>
            <a:off x="136116" y="32042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3474B-7C5F-3E4F-1E48-2B83F1ACBC5B}"/>
              </a:ext>
            </a:extLst>
          </p:cNvPr>
          <p:cNvSpPr/>
          <p:nvPr/>
        </p:nvSpPr>
        <p:spPr>
          <a:xfrm>
            <a:off x="2391739" y="64362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AD601-A68B-EA18-3276-656CCAAD53D0}"/>
              </a:ext>
            </a:extLst>
          </p:cNvPr>
          <p:cNvSpPr/>
          <p:nvPr/>
        </p:nvSpPr>
        <p:spPr>
          <a:xfrm>
            <a:off x="2391739" y="167391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E0CE5-049C-E923-7556-BA57A33BB9E5}"/>
              </a:ext>
            </a:extLst>
          </p:cNvPr>
          <p:cNvSpPr/>
          <p:nvPr/>
        </p:nvSpPr>
        <p:spPr>
          <a:xfrm>
            <a:off x="2391739" y="270420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529094-F5B6-ADAD-599E-24AD163E797F}"/>
              </a:ext>
            </a:extLst>
          </p:cNvPr>
          <p:cNvSpPr/>
          <p:nvPr/>
        </p:nvSpPr>
        <p:spPr>
          <a:xfrm>
            <a:off x="2391739" y="37344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BBEC81-B2AD-C63C-F2E0-20D518D978D8}"/>
              </a:ext>
            </a:extLst>
          </p:cNvPr>
          <p:cNvSpPr/>
          <p:nvPr/>
        </p:nvSpPr>
        <p:spPr>
          <a:xfrm>
            <a:off x="2391739" y="47647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4CD45-AFFA-4484-3DB7-CB925D4D7979}"/>
              </a:ext>
            </a:extLst>
          </p:cNvPr>
          <p:cNvSpPr/>
          <p:nvPr/>
        </p:nvSpPr>
        <p:spPr>
          <a:xfrm>
            <a:off x="2391739" y="57950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CF4B0-A7E2-23A0-1785-E20CC779AE67}"/>
              </a:ext>
            </a:extLst>
          </p:cNvPr>
          <p:cNvSpPr/>
          <p:nvPr/>
        </p:nvSpPr>
        <p:spPr>
          <a:xfrm>
            <a:off x="3854124" y="64362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B8F06-DF97-298C-2410-AB461CA40290}"/>
              </a:ext>
            </a:extLst>
          </p:cNvPr>
          <p:cNvSpPr/>
          <p:nvPr/>
        </p:nvSpPr>
        <p:spPr>
          <a:xfrm>
            <a:off x="3854124" y="167391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3C1B45-5825-257B-CC11-4693E1835C33}"/>
              </a:ext>
            </a:extLst>
          </p:cNvPr>
          <p:cNvSpPr/>
          <p:nvPr/>
        </p:nvSpPr>
        <p:spPr>
          <a:xfrm>
            <a:off x="3854124" y="270420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C12E87-65FF-70D7-E932-F2C0581646F0}"/>
              </a:ext>
            </a:extLst>
          </p:cNvPr>
          <p:cNvSpPr/>
          <p:nvPr/>
        </p:nvSpPr>
        <p:spPr>
          <a:xfrm>
            <a:off x="3854124" y="37344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0B1282-AEB5-97A9-56AD-559E241AFD26}"/>
              </a:ext>
            </a:extLst>
          </p:cNvPr>
          <p:cNvSpPr/>
          <p:nvPr/>
        </p:nvSpPr>
        <p:spPr>
          <a:xfrm>
            <a:off x="3854124" y="47647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C58805-0224-B3CC-9805-A78A0AEF78D3}"/>
              </a:ext>
            </a:extLst>
          </p:cNvPr>
          <p:cNvSpPr/>
          <p:nvPr/>
        </p:nvSpPr>
        <p:spPr>
          <a:xfrm>
            <a:off x="3854124" y="57950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8F003-B8C2-EE62-3EEE-E070C9388F4B}"/>
              </a:ext>
            </a:extLst>
          </p:cNvPr>
          <p:cNvSpPr/>
          <p:nvPr/>
        </p:nvSpPr>
        <p:spPr>
          <a:xfrm>
            <a:off x="6003707" y="37063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486AF1-79C7-0C63-034A-712A2279578E}"/>
              </a:ext>
            </a:extLst>
          </p:cNvPr>
          <p:cNvSpPr/>
          <p:nvPr/>
        </p:nvSpPr>
        <p:spPr>
          <a:xfrm>
            <a:off x="6003707" y="198158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EFFC16-8FB5-CA8B-3CB3-74EB9F6A0C64}"/>
              </a:ext>
            </a:extLst>
          </p:cNvPr>
          <p:cNvSpPr/>
          <p:nvPr/>
        </p:nvSpPr>
        <p:spPr>
          <a:xfrm>
            <a:off x="6003707" y="253515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FA9375-0A9E-37B2-30AF-4C8E51EDB379}"/>
              </a:ext>
            </a:extLst>
          </p:cNvPr>
          <p:cNvSpPr/>
          <p:nvPr/>
        </p:nvSpPr>
        <p:spPr>
          <a:xfrm>
            <a:off x="5952879" y="398648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C758A6-DE2D-7201-90F1-C56C2F1EBAC0}"/>
              </a:ext>
            </a:extLst>
          </p:cNvPr>
          <p:cNvSpPr/>
          <p:nvPr/>
        </p:nvSpPr>
        <p:spPr>
          <a:xfrm>
            <a:off x="5952879" y="454005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22CD9D-8E9F-6B7F-16EE-25D31647093E}"/>
              </a:ext>
            </a:extLst>
          </p:cNvPr>
          <p:cNvSpPr/>
          <p:nvPr/>
        </p:nvSpPr>
        <p:spPr>
          <a:xfrm>
            <a:off x="6003707" y="609419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038977-E5AA-04BE-E003-75D3AA9BE199}"/>
              </a:ext>
            </a:extLst>
          </p:cNvPr>
          <p:cNvSpPr/>
          <p:nvPr/>
        </p:nvSpPr>
        <p:spPr>
          <a:xfrm>
            <a:off x="8316496" y="35647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30FF54-5961-BB2C-DEAA-04FE3786C4BA}"/>
              </a:ext>
            </a:extLst>
          </p:cNvPr>
          <p:cNvSpPr/>
          <p:nvPr/>
        </p:nvSpPr>
        <p:spPr>
          <a:xfrm>
            <a:off x="8310820" y="197056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E222E3-15DF-A962-932A-333B869D4AFA}"/>
              </a:ext>
            </a:extLst>
          </p:cNvPr>
          <p:cNvSpPr/>
          <p:nvPr/>
        </p:nvSpPr>
        <p:spPr>
          <a:xfrm>
            <a:off x="8322266" y="257101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6B504-86A5-AB70-5619-1AC5C951CC69}"/>
              </a:ext>
            </a:extLst>
          </p:cNvPr>
          <p:cNvSpPr/>
          <p:nvPr/>
        </p:nvSpPr>
        <p:spPr>
          <a:xfrm>
            <a:off x="8322266" y="4007183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0EAE52-BCF2-34A1-F3C7-1B95863610F4}"/>
              </a:ext>
            </a:extLst>
          </p:cNvPr>
          <p:cNvSpPr/>
          <p:nvPr/>
        </p:nvSpPr>
        <p:spPr>
          <a:xfrm>
            <a:off x="8322265" y="456289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C69345-DF7F-0D62-E3BC-153545AEF1EF}"/>
              </a:ext>
            </a:extLst>
          </p:cNvPr>
          <p:cNvSpPr/>
          <p:nvPr/>
        </p:nvSpPr>
        <p:spPr>
          <a:xfrm>
            <a:off x="8322265" y="610932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4CB11F-0354-BE79-A32B-B2159326DE31}"/>
              </a:ext>
            </a:extLst>
          </p:cNvPr>
          <p:cNvSpPr/>
          <p:nvPr/>
        </p:nvSpPr>
        <p:spPr>
          <a:xfrm>
            <a:off x="10023932" y="137363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A05FD9-785D-9416-AB16-69812098975F}"/>
              </a:ext>
            </a:extLst>
          </p:cNvPr>
          <p:cNvSpPr/>
          <p:nvPr/>
        </p:nvSpPr>
        <p:spPr>
          <a:xfrm>
            <a:off x="10023932" y="334641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40F80A-CAEC-927E-C8BD-F6BB040D29C9}"/>
              </a:ext>
            </a:extLst>
          </p:cNvPr>
          <p:cNvSpPr/>
          <p:nvPr/>
        </p:nvSpPr>
        <p:spPr>
          <a:xfrm>
            <a:off x="10023932" y="541017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C99073F-C7FA-C6F7-FAEA-7CD41FFF4E4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40550" y="868350"/>
            <a:ext cx="1651189" cy="2560650"/>
          </a:xfrm>
          <a:prstGeom prst="bentConnector3">
            <a:avLst>
              <a:gd name="adj1" fmla="val 9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FDCD562C-20CC-8419-A8AD-5C37346FFF7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740550" y="1898640"/>
            <a:ext cx="1651189" cy="1530360"/>
          </a:xfrm>
          <a:prstGeom prst="bentConnector3">
            <a:avLst>
              <a:gd name="adj1" fmla="val 887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B7E41B6E-970E-8B49-0AD6-5D6DDFFCD57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740550" y="2928930"/>
            <a:ext cx="1651189" cy="50007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27FB1F49-FF8A-2718-BC80-92ED25BEAE0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740550" y="3429000"/>
            <a:ext cx="1651189" cy="53022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27C74748-E267-D670-85FC-480E33462280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740550" y="3429000"/>
            <a:ext cx="1651189" cy="156051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4051A734-C246-80EB-8145-4A49884B9EB2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740550" y="3429000"/>
            <a:ext cx="1651189" cy="2590800"/>
          </a:xfrm>
          <a:prstGeom prst="bentConnector3">
            <a:avLst>
              <a:gd name="adj1" fmla="val 9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78010C8-795C-2705-9933-0B08DE9E181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996173" y="86835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E9D6A94-2834-C6E2-F981-55C8A7CB0EAE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996173" y="189864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1E4DCF-6016-3E3C-146E-1CA6D6C78D3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996173" y="292893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E9425E-9406-E9E0-CBB9-CF001C41BE86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2996173" y="395922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03F68CC-4DA5-0114-2658-46ED129AB18A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996173" y="498951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2EF2A25-C30B-A954-2EBC-B1D5FBB89E9A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996173" y="601980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D7507AE-A7E8-27FF-A699-640AA8A13E45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4458558" y="595362"/>
            <a:ext cx="1545149" cy="27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3E2ECD6-3702-CA45-A6FB-47C6DBCAE499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4458558" y="1898640"/>
            <a:ext cx="1545149" cy="30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B85032-A929-05A6-0399-011DA0DB7C09}"/>
                  </a:ext>
                </a:extLst>
              </p:cNvPr>
              <p:cNvSpPr txBox="1"/>
              <p:nvPr/>
            </p:nvSpPr>
            <p:spPr>
              <a:xfrm>
                <a:off x="3143003" y="561200"/>
                <a:ext cx="35203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br>
                  <a:rPr lang="en-US" b="0" dirty="0"/>
                </a:b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0FDB92D-D520-AEDE-4FC3-FE3A3790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003" y="561200"/>
                <a:ext cx="352038" cy="553998"/>
              </a:xfrm>
              <a:prstGeom prst="rect">
                <a:avLst/>
              </a:prstGeom>
              <a:blipFill>
                <a:blip r:embed="rId2"/>
                <a:stretch>
                  <a:fillRect l="-17241" r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7AF0419-1FE1-0447-4126-31824C2681CC}"/>
                  </a:ext>
                </a:extLst>
              </p:cNvPr>
              <p:cNvSpPr txBox="1"/>
              <p:nvPr/>
            </p:nvSpPr>
            <p:spPr>
              <a:xfrm>
                <a:off x="3136934" y="571265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6667CD2-43B9-36A4-CC04-9366BCD0B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34" y="5712651"/>
                <a:ext cx="352038" cy="830997"/>
              </a:xfrm>
              <a:prstGeom prst="rect">
                <a:avLst/>
              </a:prstGeom>
              <a:blipFill>
                <a:blip r:embed="rId3"/>
                <a:stretch>
                  <a:fillRect l="-17857"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AA84238-39BD-99C5-C9AC-85E34FCF81B3}"/>
                  </a:ext>
                </a:extLst>
              </p:cNvPr>
              <p:cNvSpPr txBox="1"/>
              <p:nvPr/>
            </p:nvSpPr>
            <p:spPr>
              <a:xfrm>
                <a:off x="3136934" y="1600037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A18FF02-5587-043D-0C33-E9169EF86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34" y="1600037"/>
                <a:ext cx="352038" cy="830997"/>
              </a:xfrm>
              <a:prstGeom prst="rect">
                <a:avLst/>
              </a:prstGeom>
              <a:blipFill>
                <a:blip r:embed="rId4"/>
                <a:stretch>
                  <a:fillRect l="-17857"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AEBD637-DADE-7E09-EFC6-A5FFCB45D070}"/>
                  </a:ext>
                </a:extLst>
              </p:cNvPr>
              <p:cNvSpPr txBox="1"/>
              <p:nvPr/>
            </p:nvSpPr>
            <p:spPr>
              <a:xfrm>
                <a:off x="3146287" y="2642205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BF6580-52BA-8907-1951-1D2CA3D5E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87" y="2642205"/>
                <a:ext cx="352038" cy="830997"/>
              </a:xfrm>
              <a:prstGeom prst="rect">
                <a:avLst/>
              </a:prstGeom>
              <a:blipFill>
                <a:blip r:embed="rId5"/>
                <a:stretch>
                  <a:fillRect l="-17241" r="-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A448B4B-E0E7-B001-0C32-A3D868C06189}"/>
                  </a:ext>
                </a:extLst>
              </p:cNvPr>
              <p:cNvSpPr txBox="1"/>
              <p:nvPr/>
            </p:nvSpPr>
            <p:spPr>
              <a:xfrm>
                <a:off x="3154048" y="365207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101780E-DCE2-8026-73AF-36ABCC543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048" y="3652071"/>
                <a:ext cx="352038" cy="830997"/>
              </a:xfrm>
              <a:prstGeom prst="rect">
                <a:avLst/>
              </a:prstGeom>
              <a:blipFill>
                <a:blip r:embed="rId6"/>
                <a:stretch>
                  <a:fillRect l="-17857" r="-3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FF3EBAB-8E48-9ABC-AE64-A6C942ED6CBF}"/>
                  </a:ext>
                </a:extLst>
              </p:cNvPr>
              <p:cNvSpPr txBox="1"/>
              <p:nvPr/>
            </p:nvSpPr>
            <p:spPr>
              <a:xfrm>
                <a:off x="3146287" y="468236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495A201-3F60-F367-F41F-C087F691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87" y="4682361"/>
                <a:ext cx="352038" cy="830997"/>
              </a:xfrm>
              <a:prstGeom prst="rect">
                <a:avLst/>
              </a:prstGeom>
              <a:blipFill>
                <a:blip r:embed="rId7"/>
                <a:stretch>
                  <a:fillRect l="-17241" r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9FBCC30-30E4-D9F6-177F-A47536C63A30}"/>
                  </a:ext>
                </a:extLst>
              </p:cNvPr>
              <p:cNvSpPr txBox="1"/>
              <p:nvPr/>
            </p:nvSpPr>
            <p:spPr>
              <a:xfrm>
                <a:off x="872788" y="561200"/>
                <a:ext cx="1498039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81180855-B4C8-84C3-D9DD-88B53E4BD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88" y="561200"/>
                <a:ext cx="1498039" cy="1261884"/>
              </a:xfrm>
              <a:prstGeom prst="rect">
                <a:avLst/>
              </a:prstGeom>
              <a:blipFill>
                <a:blip r:embed="rId8"/>
                <a:stretch>
                  <a:fillRect l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2B3898-04E4-1C87-02DD-B0E351863A1A}"/>
                  </a:ext>
                </a:extLst>
              </p:cNvPr>
              <p:cNvSpPr txBox="1"/>
              <p:nvPr/>
            </p:nvSpPr>
            <p:spPr>
              <a:xfrm>
                <a:off x="1035044" y="1629268"/>
                <a:ext cx="1334789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AB9C510-8BB4-D7A6-08E2-7295CA868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44" y="1629268"/>
                <a:ext cx="1334789" cy="1261884"/>
              </a:xfrm>
              <a:prstGeom prst="rect">
                <a:avLst/>
              </a:prstGeom>
              <a:blipFill>
                <a:blip r:embed="rId9"/>
                <a:stretch>
                  <a:fillRect l="-2830" t="-1000"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09F32E6-878F-EBBF-7C11-2CC39472927E}"/>
                  </a:ext>
                </a:extLst>
              </p:cNvPr>
              <p:cNvSpPr txBox="1"/>
              <p:nvPr/>
            </p:nvSpPr>
            <p:spPr>
              <a:xfrm>
                <a:off x="908297" y="2650719"/>
                <a:ext cx="1483442" cy="12618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8215345-A916-1605-EB94-59D6016EE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97" y="2650719"/>
                <a:ext cx="1483442" cy="1261884"/>
              </a:xfrm>
              <a:prstGeom prst="rect">
                <a:avLst/>
              </a:prstGeom>
              <a:blipFill>
                <a:blip r:embed="rId10"/>
                <a:stretch>
                  <a:fillRect l="-3390" r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77DEAEC-8732-AF2D-0BED-23327A01DBB4}"/>
                  </a:ext>
                </a:extLst>
              </p:cNvPr>
              <p:cNvSpPr txBox="1"/>
              <p:nvPr/>
            </p:nvSpPr>
            <p:spPr>
              <a:xfrm>
                <a:off x="893700" y="3704345"/>
                <a:ext cx="1401346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CBB74AB-5D30-8259-94E3-7F6C1E091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00" y="3704345"/>
                <a:ext cx="1401346" cy="1261884"/>
              </a:xfrm>
              <a:prstGeom prst="rect">
                <a:avLst/>
              </a:prstGeom>
              <a:blipFill>
                <a:blip r:embed="rId11"/>
                <a:stretch>
                  <a:fillRect r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86837C1-F2BD-8314-BFE2-1F92982AD6A4}"/>
                  </a:ext>
                </a:extLst>
              </p:cNvPr>
              <p:cNvSpPr txBox="1"/>
              <p:nvPr/>
            </p:nvSpPr>
            <p:spPr>
              <a:xfrm>
                <a:off x="919733" y="4725544"/>
                <a:ext cx="1472006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FLU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9247FDC-E926-DEAC-C87E-117657756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33" y="4725544"/>
                <a:ext cx="1472006" cy="1261884"/>
              </a:xfrm>
              <a:prstGeom prst="rect">
                <a:avLst/>
              </a:prstGeom>
              <a:blipFill>
                <a:blip r:embed="rId12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8919BD-E136-15B6-3618-100B6332B424}"/>
                  </a:ext>
                </a:extLst>
              </p:cNvPr>
              <p:cNvSpPr txBox="1"/>
              <p:nvPr/>
            </p:nvSpPr>
            <p:spPr>
              <a:xfrm>
                <a:off x="947272" y="5750429"/>
                <a:ext cx="1322478" cy="769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FLU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2AE7A3F-B8EA-B6EC-D685-72E873AF7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72" y="5750429"/>
                <a:ext cx="1322478" cy="769441"/>
              </a:xfrm>
              <a:prstGeom prst="rect">
                <a:avLst/>
              </a:prstGeom>
              <a:blipFill>
                <a:blip r:embed="rId13"/>
                <a:stretch>
                  <a:fillRect l="-2857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77E5A78-3F03-9F52-676E-701460C8382B}"/>
                  </a:ext>
                </a:extLst>
              </p:cNvPr>
              <p:cNvSpPr txBox="1"/>
              <p:nvPr/>
            </p:nvSpPr>
            <p:spPr>
              <a:xfrm rot="21001621">
                <a:off x="4538832" y="481409"/>
                <a:ext cx="13884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77E5A78-3F03-9F52-676E-701460C83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38832" y="481409"/>
                <a:ext cx="1388457" cy="184666"/>
              </a:xfrm>
              <a:prstGeom prst="rect">
                <a:avLst/>
              </a:prstGeom>
              <a:blipFill>
                <a:blip r:embed="rId14"/>
                <a:stretch>
                  <a:fillRect l="-1786" r="-893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C2CC427-DA5F-07CB-6627-700C7F84BC57}"/>
                  </a:ext>
                </a:extLst>
              </p:cNvPr>
              <p:cNvSpPr txBox="1"/>
              <p:nvPr/>
            </p:nvSpPr>
            <p:spPr>
              <a:xfrm rot="444678">
                <a:off x="4580920" y="2071637"/>
                <a:ext cx="11431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𝐼𝑅𝑆𝑉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C2CC427-DA5F-07CB-6627-700C7F84B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580920" y="2071637"/>
                <a:ext cx="1143198" cy="184666"/>
              </a:xfrm>
              <a:prstGeom prst="rect">
                <a:avLst/>
              </a:prstGeom>
              <a:blipFill>
                <a:blip r:embed="rId15"/>
                <a:stretch>
                  <a:fillRect l="-326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072621-FDDE-1D31-B2D0-DC8FA9826458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4458558" y="868350"/>
            <a:ext cx="5565374" cy="730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C19F79-D9B3-49B0-D7BC-6DC252B5EC1F}"/>
                  </a:ext>
                </a:extLst>
              </p:cNvPr>
              <p:cNvSpPr txBox="1"/>
              <p:nvPr/>
            </p:nvSpPr>
            <p:spPr>
              <a:xfrm rot="321211">
                <a:off x="4584816" y="1047450"/>
                <a:ext cx="16737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C19F79-D9B3-49B0-D7BC-6DC252B5E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4816" y="1047450"/>
                <a:ext cx="1673792" cy="184666"/>
              </a:xfrm>
              <a:prstGeom prst="rect">
                <a:avLst/>
              </a:prstGeom>
              <a:blipFill>
                <a:blip r:embed="rId16"/>
                <a:stretch>
                  <a:fillRect l="-2985" t="-3571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FD217C-8069-F564-150C-E81763F90503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608141" y="581199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9547E8-81AC-89D6-E2D9-4F229D8BE227}"/>
                  </a:ext>
                </a:extLst>
              </p:cNvPr>
              <p:cNvSpPr txBox="1"/>
              <p:nvPr/>
            </p:nvSpPr>
            <p:spPr>
              <a:xfrm>
                <a:off x="6656893" y="325097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9547E8-81AC-89D6-E2D9-4F229D8BE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893" y="325097"/>
                <a:ext cx="1553183" cy="184666"/>
              </a:xfrm>
              <a:prstGeom prst="rect">
                <a:avLst/>
              </a:prstGeom>
              <a:blipFill>
                <a:blip r:embed="rId1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FBED4FD-6672-6849-B131-3CDF1C0803D3}"/>
              </a:ext>
            </a:extLst>
          </p:cNvPr>
          <p:cNvCxnSpPr>
            <a:cxnSpLocks/>
            <a:stCxn id="12" idx="3"/>
            <a:endCxn id="30" idx="1"/>
          </p:cNvCxnSpPr>
          <p:nvPr/>
        </p:nvCxnSpPr>
        <p:spPr>
          <a:xfrm flipV="1">
            <a:off x="4458558" y="1598359"/>
            <a:ext cx="5565374" cy="30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9564B5-3D7F-91C8-1A13-D6723B6F5198}"/>
                  </a:ext>
                </a:extLst>
              </p:cNvPr>
              <p:cNvSpPr txBox="1"/>
              <p:nvPr/>
            </p:nvSpPr>
            <p:spPr>
              <a:xfrm rot="21369235">
                <a:off x="4634724" y="1564139"/>
                <a:ext cx="147380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9564B5-3D7F-91C8-1A13-D6723B6F5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34724" y="1564139"/>
                <a:ext cx="1473800" cy="184666"/>
              </a:xfrm>
              <a:prstGeom prst="rect">
                <a:avLst/>
              </a:prstGeom>
              <a:blipFill>
                <a:blip r:embed="rId18"/>
                <a:stretch>
                  <a:fillRect l="-3390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8B01E13-8070-59FB-B257-98670D54F18B}"/>
              </a:ext>
            </a:extLst>
          </p:cNvPr>
          <p:cNvCxnSpPr>
            <a:cxnSpLocks/>
          </p:cNvCxnSpPr>
          <p:nvPr/>
        </p:nvCxnSpPr>
        <p:spPr>
          <a:xfrm flipV="1">
            <a:off x="6601072" y="2193803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9061019-4D01-791F-3C0C-6B2EBDF19879}"/>
                  </a:ext>
                </a:extLst>
              </p:cNvPr>
              <p:cNvSpPr txBox="1"/>
              <p:nvPr/>
            </p:nvSpPr>
            <p:spPr>
              <a:xfrm>
                <a:off x="6649824" y="1937701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9061019-4D01-791F-3C0C-6B2EBDF19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24" y="1937701"/>
                <a:ext cx="1553183" cy="184666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40DEFA6-7124-F285-9FF0-C7DE21AE44C1}"/>
                  </a:ext>
                </a:extLst>
              </p:cNvPr>
              <p:cNvSpPr txBox="1"/>
              <p:nvPr/>
            </p:nvSpPr>
            <p:spPr>
              <a:xfrm rot="21001621">
                <a:off x="4519742" y="2607727"/>
                <a:ext cx="14076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40DEFA6-7124-F285-9FF0-C7DE21AE4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19742" y="2607727"/>
                <a:ext cx="1407693" cy="184666"/>
              </a:xfrm>
              <a:prstGeom prst="rect">
                <a:avLst/>
              </a:prstGeom>
              <a:blipFill>
                <a:blip r:embed="rId20"/>
                <a:stretch>
                  <a:fillRect l="-1770" r="-885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05F4F1-5582-3877-1414-94237C67A969}"/>
                  </a:ext>
                </a:extLst>
              </p:cNvPr>
              <p:cNvSpPr txBox="1"/>
              <p:nvPr/>
            </p:nvSpPr>
            <p:spPr>
              <a:xfrm rot="444678">
                <a:off x="4574639" y="4166677"/>
                <a:ext cx="12077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05F4F1-5582-3877-1414-94237C67A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574639" y="4166677"/>
                <a:ext cx="1207702" cy="184666"/>
              </a:xfrm>
              <a:prstGeom prst="rect">
                <a:avLst/>
              </a:prstGeom>
              <a:blipFill>
                <a:blip r:embed="rId21"/>
                <a:stretch>
                  <a:fillRect l="-204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B18A809-2DDE-B651-6C28-12453747BD2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458558" y="2928930"/>
            <a:ext cx="5565374" cy="6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0DEFB-B7F2-6E53-271E-D8F9F0940919}"/>
                  </a:ext>
                </a:extLst>
              </p:cNvPr>
              <p:cNvSpPr txBox="1"/>
              <p:nvPr/>
            </p:nvSpPr>
            <p:spPr>
              <a:xfrm rot="321211">
                <a:off x="4584824" y="3097257"/>
                <a:ext cx="16930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0DEFB-B7F2-6E53-271E-D8F9F0940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4824" y="3097257"/>
                <a:ext cx="1693028" cy="184666"/>
              </a:xfrm>
              <a:prstGeom prst="rect">
                <a:avLst/>
              </a:prstGeom>
              <a:blipFill>
                <a:blip r:embed="rId22"/>
                <a:stretch>
                  <a:fillRect l="-2963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30A1BD-ECEC-D8D8-C421-0328BFB1566C}"/>
                  </a:ext>
                </a:extLst>
              </p:cNvPr>
              <p:cNvSpPr txBox="1"/>
              <p:nvPr/>
            </p:nvSpPr>
            <p:spPr>
              <a:xfrm>
                <a:off x="6639981" y="2505592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30A1BD-ECEC-D8D8-C421-0328BFB15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1" y="2505592"/>
                <a:ext cx="1553183" cy="184666"/>
              </a:xfrm>
              <a:prstGeom prst="rect">
                <a:avLst/>
              </a:prstGeom>
              <a:blipFill>
                <a:blip r:embed="rId2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FA6F1BD-3015-0CFB-9131-7B6A9E4C2C6E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458558" y="3591314"/>
            <a:ext cx="5565374" cy="367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9F472E9-EBF2-5B80-7FF5-528AE2700FF1}"/>
                  </a:ext>
                </a:extLst>
              </p:cNvPr>
              <p:cNvSpPr txBox="1"/>
              <p:nvPr/>
            </p:nvSpPr>
            <p:spPr>
              <a:xfrm rot="21369235">
                <a:off x="4635347" y="3633356"/>
                <a:ext cx="149303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9F472E9-EBF2-5B80-7FF5-528AE2700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35347" y="3633356"/>
                <a:ext cx="1493037" cy="184666"/>
              </a:xfrm>
              <a:prstGeom prst="rect">
                <a:avLst/>
              </a:prstGeom>
              <a:blipFill>
                <a:blip r:embed="rId24"/>
                <a:stretch>
                  <a:fillRect l="-3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DCC2F0E-1860-2B46-D820-50D2AD83FEB1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557313" y="4186758"/>
            <a:ext cx="1752114" cy="24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7F5FC6E-E80D-8205-26AE-EA00BE5C53C0}"/>
                  </a:ext>
                </a:extLst>
              </p:cNvPr>
              <p:cNvSpPr txBox="1"/>
              <p:nvPr/>
            </p:nvSpPr>
            <p:spPr>
              <a:xfrm>
                <a:off x="6649824" y="3930656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7F5FC6E-E80D-8205-26AE-EA00BE5C5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24" y="3930656"/>
                <a:ext cx="1553183" cy="184666"/>
              </a:xfrm>
              <a:prstGeom prst="rect">
                <a:avLst/>
              </a:prstGeom>
              <a:blipFill>
                <a:blip r:embed="rId2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4897AA4-E956-0969-467D-67DE23FDD313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4458558" y="2759884"/>
            <a:ext cx="1545149" cy="169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64EEB3F-0D0B-326F-8EA0-EC20666D9BC0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6608141" y="2759884"/>
            <a:ext cx="1714125" cy="35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6E34ECB-9558-5F7F-9BC7-30E1E0FC31E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458558" y="3959220"/>
            <a:ext cx="1494321" cy="263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34704B1-010A-67B3-587A-9E53FF09B452}"/>
                  </a:ext>
                </a:extLst>
              </p:cNvPr>
              <p:cNvSpPr txBox="1"/>
              <p:nvPr/>
            </p:nvSpPr>
            <p:spPr>
              <a:xfrm rot="21001621">
                <a:off x="4516599" y="4678739"/>
                <a:ext cx="13942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34704B1-010A-67B3-587A-9E53FF09B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16599" y="4678739"/>
                <a:ext cx="1394292" cy="184666"/>
              </a:xfrm>
              <a:prstGeom prst="rect">
                <a:avLst/>
              </a:prstGeom>
              <a:blipFill>
                <a:blip r:embed="rId26"/>
                <a:stretch>
                  <a:fillRect l="-2679" r="-893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42CEC5E-2289-DE1F-324A-227EB0781DBD}"/>
                  </a:ext>
                </a:extLst>
              </p:cNvPr>
              <p:cNvSpPr txBox="1"/>
              <p:nvPr/>
            </p:nvSpPr>
            <p:spPr>
              <a:xfrm rot="444678">
                <a:off x="4616884" y="6212269"/>
                <a:ext cx="11937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42CEC5E-2289-DE1F-324A-227EB0781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616884" y="6212269"/>
                <a:ext cx="1193725" cy="184666"/>
              </a:xfrm>
              <a:prstGeom prst="rect">
                <a:avLst/>
              </a:prstGeom>
              <a:blipFill>
                <a:blip r:embed="rId27"/>
                <a:stretch>
                  <a:fillRect l="-206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390791F-BB2D-B19F-9B84-D2E0C1FD5D15}"/>
              </a:ext>
            </a:extLst>
          </p:cNvPr>
          <p:cNvCxnSpPr>
            <a:cxnSpLocks/>
          </p:cNvCxnSpPr>
          <p:nvPr/>
        </p:nvCxnSpPr>
        <p:spPr>
          <a:xfrm>
            <a:off x="4448715" y="4999942"/>
            <a:ext cx="5565374" cy="6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F3F26BD-5AA0-2A7D-D165-54DD30E3E42E}"/>
                  </a:ext>
                </a:extLst>
              </p:cNvPr>
              <p:cNvSpPr txBox="1"/>
              <p:nvPr/>
            </p:nvSpPr>
            <p:spPr>
              <a:xfrm rot="321211">
                <a:off x="4581682" y="5168269"/>
                <a:ext cx="16796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F3F26BD-5AA0-2A7D-D165-54DD30E3E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1682" y="5168269"/>
                <a:ext cx="1679627" cy="184666"/>
              </a:xfrm>
              <a:prstGeom prst="rect">
                <a:avLst/>
              </a:prstGeom>
              <a:blipFill>
                <a:blip r:embed="rId28"/>
                <a:stretch>
                  <a:fillRect l="-2985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6704C26-9194-E412-A760-732D7FD9EAF8}"/>
                  </a:ext>
                </a:extLst>
              </p:cNvPr>
              <p:cNvSpPr txBox="1"/>
              <p:nvPr/>
            </p:nvSpPr>
            <p:spPr>
              <a:xfrm>
                <a:off x="6639980" y="4539734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6704C26-9194-E412-A760-732D7FD9E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0" y="4539734"/>
                <a:ext cx="1553183" cy="184666"/>
              </a:xfrm>
              <a:prstGeom prst="rect">
                <a:avLst/>
              </a:prstGeom>
              <a:blipFill>
                <a:blip r:embed="rId2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04B4BEC-44D8-EF13-FAC0-DFD0DB74C386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458558" y="5662326"/>
            <a:ext cx="5555531" cy="357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10A6307-4532-4267-A64E-8ED714F677E5}"/>
                  </a:ext>
                </a:extLst>
              </p:cNvPr>
              <p:cNvSpPr txBox="1"/>
              <p:nvPr/>
            </p:nvSpPr>
            <p:spPr>
              <a:xfrm rot="21369235">
                <a:off x="4682184" y="5717266"/>
                <a:ext cx="14790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10A6307-4532-4267-A64E-8ED714F67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82184" y="5717266"/>
                <a:ext cx="1479059" cy="184666"/>
              </a:xfrm>
              <a:prstGeom prst="rect">
                <a:avLst/>
              </a:prstGeom>
              <a:blipFill>
                <a:blip r:embed="rId30"/>
                <a:stretch>
                  <a:fillRect l="-3390" r="-8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1A85D1A-4222-6DF3-5C09-AD98BCF899BC}"/>
                  </a:ext>
                </a:extLst>
              </p:cNvPr>
              <p:cNvSpPr txBox="1"/>
              <p:nvPr/>
            </p:nvSpPr>
            <p:spPr>
              <a:xfrm>
                <a:off x="6639980" y="6076391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1A85D1A-4222-6DF3-5C09-AD98BCF89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0" y="6076391"/>
                <a:ext cx="1553183" cy="184666"/>
              </a:xfrm>
              <a:prstGeom prst="rect">
                <a:avLst/>
              </a:prstGeom>
              <a:blipFill>
                <a:blip r:embed="rId3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6638EB3-5B04-1295-E8ED-F93C4C973835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4448715" y="4764784"/>
            <a:ext cx="1504164" cy="235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FEA188-698E-0F68-2548-A952AB44B25B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6557313" y="4764784"/>
            <a:ext cx="1764952" cy="22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9094174-31C0-24CF-07A0-B0EF6FBA3826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4458558" y="6019800"/>
            <a:ext cx="1545149" cy="299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DCE8220-6A75-17A0-DBF8-D137EB5F7523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6608141" y="6318923"/>
            <a:ext cx="1714124" cy="15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4D2A728-F241-3D0A-D121-322F4892BE1A}"/>
              </a:ext>
            </a:extLst>
          </p:cNvPr>
          <p:cNvSpPr/>
          <p:nvPr/>
        </p:nvSpPr>
        <p:spPr>
          <a:xfrm>
            <a:off x="740550" y="162838"/>
            <a:ext cx="11084020" cy="23427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0F73D78-BD26-F4E7-C513-482080D17A8B}"/>
              </a:ext>
            </a:extLst>
          </p:cNvPr>
          <p:cNvSpPr txBox="1"/>
          <p:nvPr/>
        </p:nvSpPr>
        <p:spPr>
          <a:xfrm>
            <a:off x="148685" y="180485"/>
            <a:ext cx="58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RSV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0263507-222A-9C33-2525-927F962FDD09}"/>
              </a:ext>
            </a:extLst>
          </p:cNvPr>
          <p:cNvSpPr/>
          <p:nvPr/>
        </p:nvSpPr>
        <p:spPr>
          <a:xfrm>
            <a:off x="740550" y="2507840"/>
            <a:ext cx="11084020" cy="199297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51E48D0-B1B5-2DAE-7160-618D10FDE784}"/>
              </a:ext>
            </a:extLst>
          </p:cNvPr>
          <p:cNvSpPr txBox="1"/>
          <p:nvPr/>
        </p:nvSpPr>
        <p:spPr>
          <a:xfrm>
            <a:off x="-66193" y="2448460"/>
            <a:ext cx="861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COVID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295CD7-6AE2-1D0A-0917-60B23E6BAEA5}"/>
              </a:ext>
            </a:extLst>
          </p:cNvPr>
          <p:cNvSpPr txBox="1"/>
          <p:nvPr/>
        </p:nvSpPr>
        <p:spPr>
          <a:xfrm>
            <a:off x="173878" y="4477043"/>
            <a:ext cx="572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FLU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3A46256-F7E3-9337-F02A-36E5D7C18297}"/>
              </a:ext>
            </a:extLst>
          </p:cNvPr>
          <p:cNvSpPr/>
          <p:nvPr/>
        </p:nvSpPr>
        <p:spPr>
          <a:xfrm>
            <a:off x="740550" y="4507372"/>
            <a:ext cx="11084020" cy="217481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17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403E-49A1-7FE3-F2FB-8F594CE3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080FF-FF91-E616-DCE3-94F15B9482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𝑂𝐶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dirty="0"/>
                  <a:t>)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080FF-FF91-E616-DCE3-94F15B948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31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5485</TotalTime>
  <Words>321</Words>
  <Application>Microsoft Macintosh PowerPoint</Application>
  <PresentationFormat>Widescreen</PresentationFormat>
  <Paragraphs>143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Tripledemic Model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Anastasi, Alyssa Rose</dc:creator>
  <cp:lastModifiedBy>Anastasi, Alyssa Rose</cp:lastModifiedBy>
  <cp:revision>2</cp:revision>
  <dcterms:created xsi:type="dcterms:W3CDTF">2025-08-29T12:59:23Z</dcterms:created>
  <dcterms:modified xsi:type="dcterms:W3CDTF">2025-09-08T15:19:31Z</dcterms:modified>
</cp:coreProperties>
</file>